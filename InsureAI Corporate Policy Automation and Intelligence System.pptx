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403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err="1" smtClean="0"/>
              <a:t>InsureAI</a:t>
            </a:r>
            <a:r>
              <a:rPr lang="en-IN" b="1" dirty="0" smtClean="0"/>
              <a:t> </a:t>
            </a:r>
            <a:r>
              <a:rPr lang="en-IN" b="1" dirty="0"/>
              <a:t>Corporate Policy Automation and Intelligence </a:t>
            </a:r>
            <a:r>
              <a:rPr lang="en-IN" b="1" dirty="0" smtClean="0"/>
              <a:t>System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08738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613139" y="301925"/>
            <a:ext cx="975647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</a:rPr>
              <a:t>Introduction: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Traditional insurance processes are manual, fragmented, and inefficient. </a:t>
            </a:r>
            <a:endParaRPr lang="en-US" sz="22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Customers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and agents face delays in claims, policies, and appointments. </a:t>
            </a:r>
            <a:endParaRPr lang="en-US" sz="22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A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modern digital platform is required to streamline workflows and improve user experience.</a:t>
            </a:r>
            <a:endParaRPr lang="en-US" sz="22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2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2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200" dirty="0" smtClean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sz="4000" dirty="0" smtClean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613139" y="3683479"/>
            <a:ext cx="97047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</a:rPr>
              <a:t>Features: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Role‑based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dashboards for Admins, Agents, and Employees with real‑time updates. </a:t>
            </a:r>
            <a:endParaRPr lang="en-US" sz="22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Integrated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modules for policies, claims, appointments, and payments. </a:t>
            </a:r>
            <a:endParaRPr lang="en-US" sz="22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accent2">
                    <a:lumMod val="75000"/>
                  </a:schemeClr>
                </a:solidFill>
              </a:rPr>
              <a:t>Enhanced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user experience with notifications, voice assistant, and compliance‑ready workflows.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2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556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9826" y="250166"/>
            <a:ext cx="9215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</a:rPr>
              <a:t>User Authentication and Registration</a:t>
            </a:r>
            <a:endParaRPr lang="en-IN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-69637" t="-100042" r="-173841" b="-98199"/>
          <a:stretch/>
        </p:blipFill>
        <p:spPr>
          <a:xfrm>
            <a:off x="-3048000" y="-1714500"/>
            <a:ext cx="18288000" cy="1028700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6210637" y="1713053"/>
            <a:ext cx="5086253" cy="346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94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49571" y="0"/>
            <a:ext cx="8488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</a:rPr>
              <a:t>Admin Access</a:t>
            </a:r>
            <a:endParaRPr lang="en-IN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22077" y="901980"/>
            <a:ext cx="4873923" cy="252702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633714" y="935120"/>
            <a:ext cx="4684142" cy="246074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1222076" y="3928397"/>
            <a:ext cx="4873923" cy="2541414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5"/>
          <a:stretch>
            <a:fillRect/>
          </a:stretch>
        </p:blipFill>
        <p:spPr>
          <a:xfrm>
            <a:off x="6633714" y="3928397"/>
            <a:ext cx="4684142" cy="254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8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0174" y="0"/>
            <a:ext cx="87816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</a:rPr>
              <a:t>Agent Access</a:t>
            </a:r>
            <a:endParaRPr lang="en-IN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582516" y="904839"/>
            <a:ext cx="4282440" cy="259842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844629" y="904839"/>
            <a:ext cx="4282440" cy="259842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4170441" y="3777849"/>
            <a:ext cx="4282440" cy="259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29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88256" y="0"/>
            <a:ext cx="5771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</a:rPr>
              <a:t>Customer Access</a:t>
            </a:r>
            <a:endParaRPr lang="en-IN" sz="4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22077" y="901980"/>
            <a:ext cx="4873923" cy="252702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452559" y="901980"/>
            <a:ext cx="4684142" cy="2529968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1222076" y="3869467"/>
            <a:ext cx="4873923" cy="25270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559" y="3869467"/>
            <a:ext cx="4684142" cy="252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6354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</TotalTime>
  <Words>97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InsureAI Corporate Policy Automation and Intelligence System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InsureAI Corporate Policy Automation and Intelligence System</dc:title>
  <dc:creator>Microsoft account</dc:creator>
  <cp:lastModifiedBy>Microsoft account</cp:lastModifiedBy>
  <cp:revision>7</cp:revision>
  <dcterms:created xsi:type="dcterms:W3CDTF">2026-03-23T03:54:08Z</dcterms:created>
  <dcterms:modified xsi:type="dcterms:W3CDTF">2026-03-23T05:26:26Z</dcterms:modified>
</cp:coreProperties>
</file>