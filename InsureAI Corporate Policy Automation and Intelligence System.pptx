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 showGuides="1">
      <p:cViewPr varScale="1">
        <p:scale>
          <a:sx n="88" d="100"/>
          <a:sy n="88" d="100"/>
        </p:scale>
        <p:origin x="403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 err="1" smtClean="0"/>
              <a:t>InsureAI</a:t>
            </a:r>
            <a:r>
              <a:rPr lang="en-IN" b="1" dirty="0" smtClean="0"/>
              <a:t> </a:t>
            </a:r>
            <a:r>
              <a:rPr lang="en-IN" b="1" dirty="0"/>
              <a:t>Corporate Policy Automation and Intelligence </a:t>
            </a:r>
            <a:r>
              <a:rPr lang="en-IN" b="1" dirty="0" smtClean="0"/>
              <a:t>System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008738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613139" y="301925"/>
            <a:ext cx="9756475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Introduction: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Traditional insurance processes are manual, fragmented, and inefficient. </a:t>
            </a: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Customers 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and agents face delays in claims, policies, and appointments. </a:t>
            </a: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A 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modern digital platform is required to streamline workflows and improve user experience.</a:t>
            </a: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sz="4000" dirty="0" smtClean="0">
              <a:solidFill>
                <a:schemeClr val="accent2">
                  <a:lumMod val="75000"/>
                </a:schemeClr>
              </a:solidFill>
            </a:endParaRPr>
          </a:p>
          <a:p>
            <a:endParaRPr lang="en-IN" dirty="0"/>
          </a:p>
        </p:txBody>
      </p:sp>
      <p:sp>
        <p:nvSpPr>
          <p:cNvPr id="14" name="TextBox 13"/>
          <p:cNvSpPr txBox="1"/>
          <p:nvPr/>
        </p:nvSpPr>
        <p:spPr>
          <a:xfrm>
            <a:off x="1613139" y="3683479"/>
            <a:ext cx="970471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Features: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Role‑based 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dashboards for Admins, Agents, and Employees with real‑time updates. </a:t>
            </a: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Integrated 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modules for policies, claims, appointments, and payments. </a:t>
            </a:r>
            <a:endParaRPr lang="en-US" sz="2200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Enhanced 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user experience with notifications, voice assistant, and compliance‑ready workflows.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200" b="1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N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6556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89826" y="250166"/>
            <a:ext cx="92158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User Authentication and Registration</a:t>
            </a:r>
            <a:endParaRPr lang="en-IN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-69637" t="-100042" r="-173841" b="-98199"/>
          <a:stretch/>
        </p:blipFill>
        <p:spPr>
          <a:xfrm>
            <a:off x="-3048000" y="-1714500"/>
            <a:ext cx="18288000" cy="10287000"/>
          </a:xfrm>
          <a:prstGeom prst="rect">
            <a:avLst/>
          </a:prstGeom>
        </p:spPr>
      </p:pic>
      <p:pic>
        <p:nvPicPr>
          <p:cNvPr id="9" name="Picture 8"/>
          <p:cNvPicPr/>
          <p:nvPr/>
        </p:nvPicPr>
        <p:blipFill>
          <a:blip r:embed="rId3"/>
          <a:stretch>
            <a:fillRect/>
          </a:stretch>
        </p:blipFill>
        <p:spPr>
          <a:xfrm>
            <a:off x="6210637" y="1713053"/>
            <a:ext cx="5086253" cy="34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94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49571" y="0"/>
            <a:ext cx="8488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Admin Access</a:t>
            </a:r>
            <a:endParaRPr lang="en-IN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1222077" y="901980"/>
            <a:ext cx="4873923" cy="252702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6633714" y="935120"/>
            <a:ext cx="4684142" cy="246074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4"/>
          <a:stretch>
            <a:fillRect/>
          </a:stretch>
        </p:blipFill>
        <p:spPr>
          <a:xfrm>
            <a:off x="1222076" y="3928397"/>
            <a:ext cx="4873923" cy="2541414"/>
          </a:xfrm>
          <a:prstGeom prst="rect">
            <a:avLst/>
          </a:prstGeom>
        </p:spPr>
      </p:pic>
      <p:pic>
        <p:nvPicPr>
          <p:cNvPr id="8" name="Picture 7"/>
          <p:cNvPicPr/>
          <p:nvPr/>
        </p:nvPicPr>
        <p:blipFill>
          <a:blip r:embed="rId5"/>
          <a:stretch>
            <a:fillRect/>
          </a:stretch>
        </p:blipFill>
        <p:spPr>
          <a:xfrm>
            <a:off x="6633714" y="3928397"/>
            <a:ext cx="4684142" cy="25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885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20174" y="0"/>
            <a:ext cx="87816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Agent Access</a:t>
            </a:r>
            <a:endParaRPr lang="en-IN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1582516" y="904839"/>
            <a:ext cx="4282440" cy="259842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6844629" y="904839"/>
            <a:ext cx="4282440" cy="259842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4"/>
          <a:stretch>
            <a:fillRect/>
          </a:stretch>
        </p:blipFill>
        <p:spPr>
          <a:xfrm>
            <a:off x="4170441" y="3777849"/>
            <a:ext cx="4282440" cy="259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29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088256" y="0"/>
            <a:ext cx="57710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solidFill>
                  <a:schemeClr val="accent2">
                    <a:lumMod val="75000"/>
                  </a:schemeClr>
                </a:solidFill>
              </a:rPr>
              <a:t>Customer Access</a:t>
            </a:r>
            <a:endParaRPr lang="en-IN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1222077" y="901980"/>
            <a:ext cx="4873923" cy="252702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6452559" y="901980"/>
            <a:ext cx="4684142" cy="2529968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4"/>
          <a:stretch>
            <a:fillRect/>
          </a:stretch>
        </p:blipFill>
        <p:spPr>
          <a:xfrm>
            <a:off x="1222076" y="3869467"/>
            <a:ext cx="4873923" cy="25270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559" y="3869467"/>
            <a:ext cx="4684142" cy="252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63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53087" y="250166"/>
            <a:ext cx="81433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 smtClean="0">
                <a:solidFill>
                  <a:schemeClr val="accent2">
                    <a:lumMod val="75000"/>
                  </a:schemeClr>
                </a:solidFill>
                <a:latin typeface="+mj-lt"/>
              </a:rPr>
              <a:t>Conclusion</a:t>
            </a:r>
            <a:endParaRPr lang="en-IN" sz="4000" b="1" dirty="0">
              <a:solidFill>
                <a:schemeClr val="accent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25283" y="1595887"/>
            <a:ext cx="923889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Streamlined Operations: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Digitalization simplifies complex insurance workflows for admins, agents, and customers</a:t>
            </a: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b="1" dirty="0" smtClean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Enhanced Efficiency: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Saves significant time and resources across all user roles</a:t>
            </a: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endParaRPr lang="en-US" sz="2200" b="1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b="1" dirty="0" smtClean="0">
                <a:solidFill>
                  <a:schemeClr val="accent2">
                    <a:lumMod val="75000"/>
                  </a:schemeClr>
                </a:solidFill>
              </a:rPr>
              <a:t>Intuitive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Experience: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User‑friendly design ensures smooth interactions and higher satisfaction</a:t>
            </a:r>
            <a:r>
              <a:rPr lang="en-US" sz="2200" dirty="0" smtClean="0">
                <a:solidFill>
                  <a:schemeClr val="accent2">
                    <a:lumMod val="75000"/>
                  </a:schemeClr>
                </a:solidFill>
              </a:rPr>
              <a:t>.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endParaRPr lang="en-US" sz="2200" b="1" dirty="0" smtClean="0">
              <a:solidFill>
                <a:schemeClr val="accent2">
                  <a:lumMod val="75000"/>
                </a:schemeClr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200" b="1" dirty="0" smtClean="0">
                <a:solidFill>
                  <a:schemeClr val="accent2">
                    <a:lumMod val="75000"/>
                  </a:schemeClr>
                </a:solidFill>
              </a:rPr>
              <a:t>Future‑Ready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Platform:</a:t>
            </a:r>
            <a:r>
              <a:rPr lang="en-US" sz="2200" dirty="0">
                <a:solidFill>
                  <a:schemeClr val="accent2">
                    <a:lumMod val="75000"/>
                  </a:schemeClr>
                </a:solidFill>
              </a:rPr>
              <a:t> Scalable system with upcoming AI features for personalization and automation.</a:t>
            </a:r>
            <a:endParaRPr lang="en-IN" sz="22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286303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103</TotalTime>
  <Words>154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Wisp</vt:lpstr>
      <vt:lpstr>InsureAI Corporate Policy Automation and Intelligence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InsureAI Corporate Policy Automation and Intelligence System</dc:title>
  <dc:creator>Microsoft account</dc:creator>
  <cp:lastModifiedBy>Microsoft account</cp:lastModifiedBy>
  <cp:revision>8</cp:revision>
  <dcterms:created xsi:type="dcterms:W3CDTF">2026-03-23T03:54:08Z</dcterms:created>
  <dcterms:modified xsi:type="dcterms:W3CDTF">2026-03-26T05:29:32Z</dcterms:modified>
</cp:coreProperties>
</file>